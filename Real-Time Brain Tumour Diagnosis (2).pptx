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1862" y="5542497"/>
            <a:ext cx="2147570" cy="547370"/>
          </a:xfrm>
          <a:prstGeom prst="rect">
            <a:avLst/>
          </a:prstGeom>
          <a:solidFill>
            <a:srgbClr val="0F0F21"/>
          </a:solidFill>
        </p:spPr>
        <p:txBody>
          <a:bodyPr wrap="square" lIns="0" tIns="222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dirty="0" sz="3000" spc="-10" b="1">
                <a:solidFill>
                  <a:srgbClr val="F6F9F7"/>
                </a:solidFill>
                <a:latin typeface="Arial"/>
                <a:cs typeface="Arial"/>
              </a:rPr>
              <a:t>Questions?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03427" y="6441638"/>
            <a:ext cx="3967479" cy="414020"/>
          </a:xfrm>
          <a:prstGeom prst="rect">
            <a:avLst/>
          </a:prstGeom>
          <a:solidFill>
            <a:srgbClr val="0F0F21"/>
          </a:solidFill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350">
                <a:solidFill>
                  <a:srgbClr val="D8DAD8"/>
                </a:solidFill>
                <a:latin typeface="Arial"/>
                <a:cs typeface="Arial"/>
              </a:rPr>
              <a:t>Thank</a:t>
            </a:r>
            <a:r>
              <a:rPr dirty="0" sz="2350" spc="-30">
                <a:solidFill>
                  <a:srgbClr val="D8DAD8"/>
                </a:solidFill>
                <a:latin typeface="Arial"/>
                <a:cs typeface="Arial"/>
              </a:rPr>
              <a:t> </a:t>
            </a:r>
            <a:r>
              <a:rPr dirty="0" sz="2350" spc="60">
                <a:solidFill>
                  <a:srgbClr val="D8DAD8"/>
                </a:solidFill>
                <a:latin typeface="Arial"/>
                <a:cs typeface="Arial"/>
              </a:rPr>
              <a:t>you</a:t>
            </a:r>
            <a:r>
              <a:rPr dirty="0" sz="2350" spc="-135">
                <a:solidFill>
                  <a:srgbClr val="D8DAD8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D8DAD8"/>
                </a:solidFill>
                <a:latin typeface="Arial"/>
                <a:cs typeface="Arial"/>
              </a:rPr>
              <a:t>for</a:t>
            </a:r>
            <a:r>
              <a:rPr dirty="0" sz="2350" spc="225">
                <a:solidFill>
                  <a:srgbClr val="D8DAD8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D8DAD8"/>
                </a:solidFill>
                <a:latin typeface="Arial"/>
                <a:cs typeface="Arial"/>
              </a:rPr>
              <a:t>your</a:t>
            </a:r>
            <a:r>
              <a:rPr dirty="0" sz="2350" spc="-10">
                <a:solidFill>
                  <a:srgbClr val="D8DAD8"/>
                </a:solidFill>
                <a:latin typeface="Arial"/>
                <a:cs typeface="Arial"/>
              </a:rPr>
              <a:t> </a:t>
            </a:r>
            <a:r>
              <a:rPr dirty="0" sz="2350" spc="40">
                <a:solidFill>
                  <a:srgbClr val="D8DAD8"/>
                </a:solidFill>
                <a:latin typeface="Arial"/>
                <a:cs typeface="Arial"/>
              </a:rPr>
              <a:t>attention.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2025-12-16T10:37:56Z</dcterms:created>
  <dcterms:modified xsi:type="dcterms:W3CDTF">2025-12-16T10:37:56Z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2025-12-16T00:00:00Z</vt:filetime>
  </property>
  <property fmtid="{D5CDD505-2E9C-101B-9397-08002B2CF9AE}" pid="3" name="LastSaved">
    <vt:filetime>2025-12-16T00:00:00Z</vt:filetime>
  </property>
</Properties>
</file>